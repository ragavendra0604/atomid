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D2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D23"/>
                </a:solidFill>
                <a:latin typeface="Calibri"/>
              </a:rPr>
              <a:t>Backoff wait per failure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Wait before retry (seconds)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D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After 1st failure</c:v>
                  </c:pt>
                  <c:pt idx="1">
                    <c:v>2nd</c:v>
                  </c:pt>
                  <c:pt idx="2">
                    <c:v>3rd</c:v>
                  </c:pt>
                  <c:pt idx="3">
                    <c:v>4th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120</c:v>
                </c:pt>
                <c:pt idx="2">
                  <c:v>240</c:v>
                </c:pt>
                <c:pt idx="3">
                  <c:v>480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D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flutter test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8A7D"/>
              </a:solidFill>
              <a:effectLst/>
            </c:spPr>
          </c:dPt>
          <c:dPt>
            <c:idx val="1"/>
            <c:bubble3D val="0"/>
            <c:spPr>
              <a:solidFill>
                <a:srgbClr val="B3372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Passed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882</c:v>
                </c:pt>
                <c:pt idx="1">
                  <c:v>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Docs/ATOMID_COMPLETE_SYSTEM_DOCUMENTATION.md. Everything here comes from reading the source, not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Flutter codebase, six platforms, one owner-operator shop. Numbers are from the audited working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visible in code and justified by comments in the source. If a change violates one of them, stop and ask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Dependency arrows point downward only. domain/ never imports presentation/. The one historic inversion (CartItem) was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Versions from pubspec.yaml. Removed on purpose: crypto, local_auth, http, url_launcher.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bootstrap() builds every service once. Cloud failure is never fatal; storage failure shows StartupFailureScreen with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two untyped boxes opened elsewhere: session and hardware_config. checkout_journal is untyped scratch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versions of this diagram, with every field, are in section 6.6 of the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class, 3,556 lines, on purpose: invariants span boxes. _reindex is the single path used by local writes and cloud pulls — it fixed a real drift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queue stores only (type, id, action). The payload is rebuilt from the current row at send time, so rapid edits coalesce and a record deleted before upload simply disappears.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 = 30 x 2^retryCount seconds, where retryCount is already incremented after a failure, so 60, 120, 240, 480 s. The 5th failure makes the item DEAD: visible, reportable, retried only by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startedAt is captured before the first fetch: re-fetching a few records is free (applyRemote is idempotent), missing one is permanent.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implemented and has a test or a documented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Appropriate for a till one owner controls physically. If staff share the device, rely on the OS account 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Gst.compute is the single authority. It returns either a valid result or an invalid one carrying every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are taken from the engine rules; the test suite asserts the same behaviours (gst_engine_test).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Hive has no multi-box transaction. The undo list handles thrown errors; the flushed journal handles process death. Neither alone covers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PurchaseService delegates tax to the same engine with roles inverted: the supplier is the seller and this shop is the place of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sits behind HardwareDevice so screens do not know whether the device is HID, a spooler queue or later a raw socket.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template never recomputes anything: all four render the same stored Sale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VIII of the documentation covers every screen, validation rule and data 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colour-and-size picker exists because asking which product then which size makes the cashier answer the same question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run during the audit: 882 passed, 1 failed (bulk generator widget test, coinciding with uncommitted 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table with evidence and fixes: section 21 of the documentation. D1 was reproduced by running code; the others were found by reading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24 of the documentation has ten step-by-step recipes.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documentation: Docs/ATOMID_COMPLETE_SYSTEM_DOCUMENTATION.md (about 2,400 lines, 19 diagrams).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rgbClr val="D4AF37">
              <a:alpha val="15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2286000"/>
            <a:ext cx="1280160" cy="12801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ATOMID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8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retail POS and back-office for Indian shops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walkthrough for the incoming engineering team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Hive CE · Riverpod · Firebase   |   Audit date 1 Oct 2026   |   v1.0.1+2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Atomid at a glance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91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files in lib/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88920" y="15544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88920" y="1691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34.6k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288036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hand-written Dart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5544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1691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Hive boxes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69480" y="15544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69480" y="1691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synced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509760" y="155448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0" y="1691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882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cases passing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42900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13232" y="353872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" y="3931920"/>
            <a:ext cx="33284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billing with GST-correct invoices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variants, stock with audit trail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+ receivable ledger + loyalty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+ payable ledger + purchase orders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GST / HSN reports, price tags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389120" y="342900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553712" y="353872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553712" y="3931920"/>
            <a:ext cx="33284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Windows (till) · Web (GitHub Pages)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and macOS configured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device-only, no Firebase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Printers: RETSOL RTP-81 receipt, TVS LP 46 DLITE labels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Scanner: keyboard-wedge (iBall BSS209) + camera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29600" y="3429000"/>
            <a:ext cx="341071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394192" y="353872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394192" y="3931920"/>
            <a:ext cx="30815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staff roles, app lock or encryption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multi-branch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GSTR filing / e-invoice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sales returns or credit notes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 / export of parties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decisions that shape everything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1755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4884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database is the truth; the cloud is a mirror. A sale never waits for the network.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11880" y="175564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118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62272" y="1755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tax authority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214884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of GST comes from Gst.compute — sales, purchases, receipts, invoices, reports.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60920" y="175564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11312" y="1755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documents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211312" y="214884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purchases copy seller, customer, place of supply and every tax head. History cannot be rewritten.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1109960" y="175564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10996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13232" y="40873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never guess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" y="448056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shop state, unconfigured product tax or a contradictory GSTIN stops the sale.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11880" y="408736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1188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462272" y="40873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Derived, not duplicated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4462272" y="448056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payment status and visit stats are computed from ledgers. A self-audit cross-checks indexes.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360920" y="408736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6092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046720" y="3977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211312" y="40873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user, single account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211312" y="448056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Firestore rule: uid == path. Roles and PINs were built, then removed.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1109960" y="408736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110996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ABC1D8"/>
          </a:solidFill>
          <a:ln w="12700">
            <a:solidFill>
              <a:srgbClr val="ABC1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7335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presentation/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0253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(45 files, 20 feature folders) · Riverpod providers · CartNotifier · shared widgets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23360" y="2468880"/>
            <a:ext cx="0" cy="155448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48640" y="2624328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C9DDD6"/>
          </a:solidFill>
          <a:ln w="12700">
            <a:solidFill>
              <a:srgbClr val="C9DD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97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2666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Sale, Purchase, Customer, Supplier, Expense, Backup, Auth, Session, Sync · GST engine · pricing · totals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23360" y="3493008"/>
            <a:ext cx="0" cy="155448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8640" y="3648456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E8DDB5"/>
          </a:solidFill>
          <a:ln w="12700">
            <a:solidFill>
              <a:srgbClr val="E8DDB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216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0507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StorageRepository (Hive) · FirebaseRepository · EntityCodec · 21 model files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23360" y="4517136"/>
            <a:ext cx="0" cy="155448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48640" y="4672584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D9D2E4"/>
          </a:solidFill>
          <a:ln w="12700">
            <a:solidFill>
              <a:srgbClr val="D9D2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74573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07492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ExportService (PDF) · hardware · theme · utils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715000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715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boxes (device)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206240" y="5715000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06240" y="5715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+ Auth (cloud)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63840" y="1600200"/>
            <a:ext cx="3776472" cy="4754880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028432" y="1709928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shape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046720" y="210312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own multi-step transactions; the repository owns storage primitives and their compensating inverses.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never computes money — it prints stored snapshot fields.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providers are synchronous reads of in-memory caches: no loading spinners for local data.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composition root (bootstrap) so tests and the app share the same object graph.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exports let one codebase compile for Web.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and the reason for each choice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3.47 / Dart 3.12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codebase for till, phone,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Hive 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reads, web via IndexedDB, additive field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Topic-selective rebuilds, easy test overrides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Auth + Firestore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server code; per-user tree fits the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+ printing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document model: preview, A4, roll, 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mobile_scanner · ML Kit OCR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scan; on-device price-tag OCR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connectivity_plus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sync when the network returns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 v4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Timestamps collided within a millisecond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863840" y="1600200"/>
            <a:ext cx="377647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028432" y="1709928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fonts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028432" y="2103120"/>
            <a:ext cx="3447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 (default invoice font, never fetched)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Tamil + Devanagari as PDF fallbacks so Indic names print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863840" y="4023360"/>
            <a:ext cx="37764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028432" y="4133088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028432" y="4526280"/>
            <a:ext cx="34472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build_runner generates Hive adapters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mocktail, flutter_lints (infos fatal in CI)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Firebase emulator only for rules tests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Startup: local storage is the only hard requirement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03504" y="1737360"/>
            <a:ext cx="1581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init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207008" y="148132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0700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→ device-only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40280" y="233172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23160" y="17373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478024" y="1737360"/>
            <a:ext cx="1581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21 boxes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081528" y="148132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8152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4-step recovery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0" y="233172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297680" y="17373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352544" y="1737360"/>
            <a:ext cx="1581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device id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56048" y="148132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5604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document numbers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89320" y="233172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72200" y="17373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227064" y="1737360"/>
            <a:ext cx="1581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+ recover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830568" y="148132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3056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rates, expense categories, interrupted checkouts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863840" y="233172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046720" y="17373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101584" y="1737360"/>
            <a:ext cx="1581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sync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705088" y="148132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70508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4672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cloud ready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738360" y="233172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921240" y="173736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9976104" y="1737360"/>
            <a:ext cx="1581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hardware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0579608" y="148132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57960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992124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Scanner, printers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4023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713232" y="4133088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box? Four steps, never silent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713232" y="4526280"/>
            <a:ext cx="5157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Open normally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Wait 250 ms, retry (file lock)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Retry with crashRecovery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Rebuild empty and record it in recoveredBoxes — the shell shows a red banner naming the box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217920" y="4023360"/>
            <a:ext cx="542239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6382512" y="4133088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and speed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6382512" y="4526280"/>
            <a:ext cx="5093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when &gt; 60 frames and &gt; 50% dead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boxes open in parallel (seconds saved on cold start)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are built lazily in an IndexedStack and then kept alive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local database: 21 Hive boxes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1F8A7D"/>
          </a:solidFill>
          <a:ln w="12700">
            <a:solidFill>
              <a:srgbClr val="1F8A7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25880" y="1691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records (synced)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0391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sales · customers · suppliers · purchases · expenses · expense_categories · inventory_movements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1F8A7D"/>
          </a:solidFill>
          <a:ln w="12700">
            <a:solidFill>
              <a:srgbClr val="1F8A7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25880" y="2880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 and loyalty (synced)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2783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customer_ledgers · supplier_ledgers · loyalty_transactions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4297680"/>
            <a:ext cx="411480" cy="411480"/>
          </a:xfrm>
          <a:prstGeom prst="ellipse">
            <a:avLst/>
          </a:prstGeom>
          <a:solidFill>
            <a:srgbClr val="1F8A7D"/>
          </a:solidFill>
          <a:ln w="12700">
            <a:solidFill>
              <a:srgbClr val="1F8A7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25880" y="4069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singletons (synced)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41655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· company · invoice_settings · loyalty_settings · gst_rate_configs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16636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5486400"/>
            <a:ext cx="411480" cy="411480"/>
          </a:xfrm>
          <a:prstGeom prst="ellipse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325880" y="5257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(device-only)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560527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sync_queue · sync_logs (cap 1000) · diagnostic_logs (cap 500) · history (cap 2000) · checkout_journal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863840" y="1600200"/>
            <a:ext cx="3776472" cy="4663440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028432" y="1709928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rules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046720" y="210312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numbers are permanent. Add new ones; never reuse.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foreign keys — integrity lives in the repository and is checked by auditDerivedState().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UUID v4 (singletons use fixed keys such as app_settings).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purchases embed their line items.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= one colourway; sizes are its variants, each with its own barcode.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237744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88366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(indexed)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gstNumber, stateCode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creditLimit, currentBalance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lifetimeSpend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3200400"/>
            <a:ext cx="237744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CustomerLedger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352958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/ credit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referenceId = invoice no.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4846320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4846320"/>
            <a:ext cx="237744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846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LoyaltyTransaction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" y="5175504"/>
            <a:ext cx="22311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/ Redeem 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saleId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49040" y="1554480"/>
            <a:ext cx="24688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749040" y="1554480"/>
            <a:ext cx="246888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49040" y="1554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822192" y="1883664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+ customer 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placeOfSupply, pricingMode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CGST SGST UTGST IGST cess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749040" y="3200400"/>
            <a:ext cx="24688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749040" y="3200400"/>
            <a:ext cx="246888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4904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SaleItem (embedded)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822192" y="3529584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productId, barcode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hsn, gstRate, taxableValue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per-line tax heads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749040" y="4846320"/>
            <a:ext cx="24688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749040" y="4846320"/>
            <a:ext cx="246888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49040" y="4846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InventoryMovement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822192" y="5175504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 / Stock 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movementReferenceId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sale or PO id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040880" y="1554480"/>
            <a:ext cx="24688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040880" y="1554480"/>
            <a:ext cx="246888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40880" y="1554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114032" y="1883664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productCode (shared)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colour, hsn, gstTreatment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gstRate, gstRateConfigId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040880" y="3200400"/>
            <a:ext cx="24688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040880" y="3200400"/>
            <a:ext cx="246888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04088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ProductVariant (embedded)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114032" y="3529584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(O(1) index)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price, costPrice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reorderLevel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040880" y="4846320"/>
            <a:ext cx="24688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040880" y="4846320"/>
            <a:ext cx="246888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40880" y="4846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GstRateConfig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7114032" y="5175504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cessRate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effectiveFrom / To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875520" y="155448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875520" y="1554480"/>
            <a:ext cx="178308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875520" y="15544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9948672" y="1883664"/>
            <a:ext cx="1636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currentBalance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875520" y="320040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875520" y="3200400"/>
            <a:ext cx="178308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875520" y="3200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9948672" y="3529584"/>
            <a:ext cx="1636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itcEligibility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snapshot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9875520" y="4846320"/>
            <a:ext cx="17830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B2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875520" y="4846320"/>
            <a:ext cx="1783080" cy="292608"/>
          </a:xfrm>
          <a:prstGeom prst="rect">
            <a:avLst/>
          </a:prstGeom>
          <a:solidFill>
            <a:srgbClr val="2B2F3A"/>
          </a:solidFill>
          <a:ln w="12700">
            <a:solidFill>
              <a:srgbClr val="2B2F3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875520" y="4846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SupplierLedger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9948672" y="5175504"/>
            <a:ext cx="1636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/ debit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= PO number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2926080" y="2103120"/>
            <a:ext cx="82296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 flipV="1">
            <a:off x="2926080" y="2651760"/>
            <a:ext cx="822960" cy="109728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 flipV="1">
            <a:off x="2926080" y="2743200"/>
            <a:ext cx="822960" cy="265176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1920240" y="2697480"/>
            <a:ext cx="0" cy="50292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4983480" y="2697480"/>
            <a:ext cx="0" cy="50292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4983480" y="4343400"/>
            <a:ext cx="0" cy="50292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6217920" y="3749040"/>
            <a:ext cx="82296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8275320" y="2697480"/>
            <a:ext cx="0" cy="50292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61" name="Shape 58"/>
          <p:cNvSpPr/>
          <p:nvPr/>
        </p:nvSpPr>
        <p:spPr>
          <a:xfrm>
            <a:off x="8275320" y="4343400"/>
            <a:ext cx="0" cy="50292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10744200" y="2697480"/>
            <a:ext cx="0" cy="50292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10744200" y="4343400"/>
            <a:ext cx="0" cy="50292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64" name="Text 61"/>
          <p:cNvSpPr txBox="1"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read "refers to / owns". Sync queue items point at any entity logically by (type, id).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StorageRepository: speed and consistency by construction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583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→ 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resolves in 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(last 10 digits) → 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lookup at the till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→ sales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stats without rescanning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balances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write per ledger 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haystacks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Product, sale and customer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cache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in one pass; rolls over at midnight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cost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406640" y="1600200"/>
            <a:ext cx="423367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571232" y="170992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auditDerivedState()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571232" y="2103120"/>
            <a:ext cx="39044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barcode, phone and sales indexes, balances vs ledgers, loyalty points vs transactions. Used by tests; not yet wired to a screen.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406640" y="3977640"/>
            <a:ext cx="42336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571232" y="408736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topics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571232" y="4480560"/>
            <a:ext cx="3904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announce a DataTopic (products, sales, customers …). Providers select only their own counter, so a sale rebuilds sales-related widgets, not the whole app.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write: save, enqueue, notify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03504" y="17373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/ Service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2240280"/>
            <a:ext cx="27432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34640" y="1737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889504" y="17373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StorageRepository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 Hive box + reindex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2240280"/>
            <a:ext cx="27432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120640" y="1737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175504" y="17373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enqueueSync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coalesce, DELETE wins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0" y="2240280"/>
            <a:ext cx="27432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406640" y="1737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461504" y="17373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DataTopic notify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refreshes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418320" y="2240280"/>
            <a:ext cx="27432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692640" y="1737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5171C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747504" y="17373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sync_queue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6926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outbox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47472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13232" y="358444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" y="3977640"/>
            <a:ext cx="33284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upload first (priority 1). Everything else priority 10, oldest first.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4389120" y="347472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553712" y="358444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guard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553712" y="3977640"/>
            <a:ext cx="33284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syncable types only. Anything else would be queued forever, so it is refused (assert in debug).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8229600" y="3474720"/>
            <a:ext cx="341071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394192" y="358444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numbers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394192" y="3977640"/>
            <a:ext cx="30815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INV-20260810-A3F1-0001: prefix, date, 4-char device tag, counter. Two offline tills cannot collide.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Upload: batches, backoff and the dead letter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600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network back, sign-in, 2-minute timer, manual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3500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Single-flight; signed out means work simply waits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099816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09981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of 20 items; skip items still backing off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84962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atomic Firestore WriteBatch per slice (merge, serverTimestamp, sourceDevice)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599432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45994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delete items + SUCCESS log. Failure: retry+1, FAILED log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766560" y="1554480"/>
          <a:ext cx="4892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7"/>
          <p:cNvSpPr/>
          <p:nvPr/>
        </p:nvSpPr>
        <p:spPr>
          <a:xfrm>
            <a:off x="6766560" y="4754880"/>
            <a:ext cx="4873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6931152" y="486460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levers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931152" y="5257800"/>
            <a:ext cx="4544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→ Retry failed · Push now · Re-fetch (full pull) · Clear log. Cloud icon sheet: Sync now, Fetch, Upload everything, Sign out.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Download, watermark and conflict resolution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170992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pull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03120"/>
            <a:ext cx="3328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pulled in dependency order, 300 docs per page. Full pull orders by documentId; incremental uses where(updatedAt &gt; watermark).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0" y="160020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53712" y="170992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rule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53712" y="2103120"/>
            <a:ext cx="3328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only when every collection answered. Ignored if schema version changed, unparseable or in the future → full pull.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0" y="1600200"/>
            <a:ext cx="341071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394192" y="170992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updatedAt everywhere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394192" y="2103120"/>
            <a:ext cx="30815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range queries omit documents lacking the field, so every payload is forced to carry one.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applyRemote — who wins?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03504" y="448056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Unsent local change for this record?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94960" y="4732020"/>
            <a:ext cx="54864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943600" y="4480560"/>
            <a:ext cx="569671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998464" y="4480560"/>
            <a:ext cx="5586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wins — pull is skipped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102352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03504" y="5102352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updatedAt ≤ local updatedAt?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94960" y="5353812"/>
            <a:ext cx="54864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943600" y="5102352"/>
            <a:ext cx="569671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998464" y="5102352"/>
            <a:ext cx="5586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724144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03504" y="5724144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394960" y="5975604"/>
            <a:ext cx="54864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943600" y="5724144"/>
            <a:ext cx="5696712" cy="502920"/>
          </a:xfrm>
          <a:prstGeom prst="roundRect">
            <a:avLst>
              <a:gd name="adj" fmla="val 10909"/>
            </a:avLst>
          </a:prstGeom>
          <a:solidFill>
            <a:srgbClr val="15171C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5998464" y="5724144"/>
            <a:ext cx="5586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replaces the whole record, then reindex + notify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and recovery matrix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94960"/>
                <a:gridCol w="2770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internet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stay queued; app fully usable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Killed mid-upload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SYNCING items reset to PENDING at init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Transient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 60 s, 2, 4, 8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after 5 tries; visible badge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failed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denied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failed with a clear 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in / deploy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pull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Watermark not advanced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 Hive 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→ crash recovery → rebuild + banner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backup / re-fetch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cut mid-sale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row unwound at next 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mirrors a mistake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cannot help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/ Restore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model: what exists and what deliberately does not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1709928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03120"/>
            <a:ext cx="51572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isolation: /users/{uid}/… with a single ownership rule, verified by emulator tests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sign-in (cloud sync only)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auth errors that do not reveal which emails exist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git-ignored: key.properties, *.jks, node_modules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42239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82512" y="1709928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absent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82512" y="2103120"/>
            <a:ext cx="50932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lock, PIN, biometrics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permissions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(Hive is plain)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is sent but never enforced — a slow email must not lock a shop 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57200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/users/{userId}/{document=**} { allow read, write: if request.auth != null &amp;&amp; request.auth.uid == userId;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/{document=**} { allow read, write: if false; }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cover: own subtree, other accounts, unauthenticated, catch-all deny, forged uid field, uid-prefix collisions.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GST engine: one function, nine steps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03504" y="16002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state from shop profile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20440" y="14356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04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352544" y="16002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customer GSTIN and state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269480" y="14356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16002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101584" y="16002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of supply (priority list)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018520" y="14356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01852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7432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03504" y="27432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 vs inter-state, UTGST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520440" y="25786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204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97680" y="27432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352544" y="27432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rate per line (rate book, dates)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269480" y="25786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6948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046720" y="27432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101584" y="27432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Subtotal, line and document discounts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1018520" y="25786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185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38862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03504" y="38862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Per-line tax: exclusive / inclusive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3520440" y="37216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204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297680" y="38862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4352544" y="38862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CGST + SGST (or UTGST / IGST)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7269480" y="37216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26948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046720" y="3886200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8101584" y="388620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and round-off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1018520" y="3721608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18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48640" y="50749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713232" y="5184648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of supply order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713232" y="5577840"/>
            <a:ext cx="5157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state → customer state code → customer state name → GSTIN prefix → walk-in policy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6217920" y="5074920"/>
            <a:ext cx="54223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6382512" y="5184648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0% by accident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6382512" y="5577840"/>
            <a:ext cx="5093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UNCONFIGURED treatment or taxable with no rate returns an error and blocks billing.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  <a:gridCol w="1828800"/>
                <a:gridCol w="2651760"/>
                <a:gridCol w="13990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Intra-state, inclusive 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taxable 100.00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CGST 9.00 + SGST 9.00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Intra-state, exclusive 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taxable 100.00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CGST 9.00 + SGST 9.00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Inter-state (customer GSTIN prefix 29)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taxable 100.00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IGST 18.00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discount on ₹600 + ₹400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60 + 40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on 540 and 360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Round-off 117.50 / 117.49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 / −0.49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₹118 / ₹117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Unconfigured 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sale 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749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13232" y="5184648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rounding policy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13232" y="5577840"/>
            <a:ext cx="5157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SHELF_PRICE (default): marked price is exact, tax is the remainder. TAX_RATE: tax = rate × taxable; total may be a paisa over.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217920" y="5074920"/>
            <a:ext cx="54223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382512" y="5184648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Odd-paisa split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382512" y="5577840"/>
            <a:ext cx="5093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CGST = round(GST ÷ 2); SGST = GST − CGST. Halves always sum to the exact GST.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Checkout: two layers of protection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600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cart, stock, GST, credit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2402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journal row and flush to disk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880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sale (priority 1)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520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out per line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4160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debit + payment credit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800600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4800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redeem / earn · lifetime spend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5440680"/>
            <a:ext cx="384048" cy="38404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54406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journal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0" y="1600200"/>
            <a:ext cx="52395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565392" y="170992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error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565392" y="2103120"/>
            <a:ext cx="49103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Compensations run in reverse, each in its own try/catch. A failing step writes an ERROR diagnostic and the unwind continues. Message to cashier: nothing was charged.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400800" y="3977640"/>
            <a:ext cx="52395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565392" y="408736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cut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565392" y="4480560"/>
            <a:ext cx="4910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launch: recoverInterruptedCheckouts finds the journal row, reverses stock by movement reference, removes ledger and loyalty rows, restores lifetime spend, deletes the sale, logs it in history. Safe to run twice.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Purchases, ledgers and derived payment status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03504" y="16459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60320" y="2011680"/>
            <a:ext cx="36576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926080" y="16459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980944" y="16459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937760" y="2011680"/>
            <a:ext cx="36576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303520" y="16459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15171C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358384" y="16459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is reachable until Received. A received order is read-only.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10896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13232" y="32186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receive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3611880"/>
            <a:ext cx="33284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 per line, supplier ledger credit = grand total. On any failure everything reverses and the order returns to its prior status.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89120" y="310896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553712" y="32186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is derived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53712" y="3611880"/>
            <a:ext cx="33284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stored. Payments filed under a PO number settle that order; account-level payments settle the oldest received order first.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29600" y="3108960"/>
            <a:ext cx="341071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394192" y="32186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signs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94192" y="3611880"/>
            <a:ext cx="308152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debit raises what they owe. Supplier: credit raises what we owe. Balances carry forward; a middle deletion triggers a full recalculation.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80960" y="1600200"/>
            <a:ext cx="395935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845552" y="1709928"/>
            <a:ext cx="3630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snapshots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845552" y="2103120"/>
            <a:ext cx="3630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and supplier state are copied onto the order.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label printing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170992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03120"/>
            <a:ext cx="3328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Keyboard-wedge. Characters &lt; 50 ms apart ending with Enter count as a scan. Camera scanning on phones.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0" y="160020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53712" y="170992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printer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53712" y="2103120"/>
            <a:ext cx="3328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RETSOL RTP-81 via the Windows spooler. Auto-print runs after the sale is committed and never blocks it.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0" y="1600200"/>
            <a:ext cx="341071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394192" y="170992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printer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394192" y="2103120"/>
            <a:ext cx="3081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TVS LP 46 DLITE. Profiles: 50×35, 50×35 two-across, 50×50. Code 128 labels.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4754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size (A4)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5669280" y="4251960"/>
            <a:ext cx="59710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833872" y="4361688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833872" y="4754880"/>
            <a:ext cx="5641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Print-job manager refuses duplicate jobs (keeps 50). Layout engine rejects labels under 20×15 mm or wider than the media. Printer settings are per terminal: not synced, not backed up.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Invoices and documents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170992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receipt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0312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80 mm roll, compact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74720" y="1600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639312" y="170992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Professional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639312" y="210312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invoice, GST summary, amount in words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13232" y="331012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Detailed GST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370332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HSN and per-line CGST / SGST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474720" y="32004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639312" y="331012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Retail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370332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bill with GST totals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8463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13232" y="4956048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printing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" y="5349240"/>
            <a:ext cx="5340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 is bundled, so default invoices never touch the network. Other fonts fetch online and fall back without caching the failure.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92240" y="1600200"/>
            <a:ext cx="51480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656832" y="1709928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of the A4 invoice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6832" y="2103120"/>
            <a:ext cx="4818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snapshot + GSTIN · Billed-to · items with HSN · taxable value · IGST or CGST + SGST/UTGST · round-off · amount in words (Rule 46) · GST summary by rate · UPI QR · signature block · terms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92240" y="4114800"/>
            <a:ext cx="514807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656832" y="4224528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export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656832" y="4617720"/>
            <a:ext cx="48188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inventory, valuation, purchase and supplier PDFs. Safe file names for Windows. Share sheet, save, print. Web cannot export files.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map: nine destinations and what is inside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17099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03120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stats, alerts, quick actions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600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62272" y="17099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462272" y="2103120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form, OCR, price tags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046720" y="16002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11312" y="17099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11312" y="2103120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 / out, movements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0175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13232" y="31272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3520440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form, receive, pay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297680" y="30175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462272" y="31272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462272" y="3520440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payments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046720" y="30175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11312" y="31272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3520440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merge, loyalty, payments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44348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13232" y="45445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13232" y="4937760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GST, HSN summary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297680" y="44348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4462272" y="45445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462272" y="4937760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sync log, diagnostics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046720" y="44348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211312" y="45445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211312" y="4937760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GST, invoices, hardware, backup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reachable: POS and checkout, sales history, expenses, activity history, barcode scanner, bulk price-tag generator.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of sale: scan to receipt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03504" y="1737360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type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→ O(1) variant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40280" y="228600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423160" y="17373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478024" y="1737360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42316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stock-guarded 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0" y="228600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297680" y="17373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352544" y="1737360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phone number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89320" y="228600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172200" y="17373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27064" y="1737360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/ points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 or free 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63840" y="228600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046720" y="17373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101584" y="1737360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4672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· UPI · Card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738360" y="2286000"/>
            <a:ext cx="18288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921240" y="173736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976104" y="1737360"/>
            <a:ext cx="1581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921240" y="2926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auto-print + preview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374904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13232" y="385876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help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" y="4251960"/>
            <a:ext cx="33284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card shows “This is their 12th visit”, spend and average bill — facts, not prescriptions.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389120" y="374904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4553712" y="385876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553712" y="4251960"/>
            <a:ext cx="33284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 if GST cannot be computed. Out-of-stock lines cannot be added. Basket cannot exceed on-hand stock.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229600" y="3749040"/>
            <a:ext cx="341071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394192" y="385876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394192" y="4251960"/>
            <a:ext cx="30815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basket + floating total. Tablet: catalogue + basket. Desktop: catalogue + 440 px basket.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gates and delivery pipeline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3474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297680" y="160020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4462272" y="170992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tested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462272" y="2103120"/>
            <a:ext cx="33284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engine and pricing fuzz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rollback and crash recovery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push, pull, watermark, conflict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consistency after cloud pulls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13-width responsive + accessibility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 on the emulator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138160" y="1600200"/>
            <a:ext cx="350215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302752" y="170992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302752" y="2103120"/>
            <a:ext cx="317296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Hive storage on a temp folder; only the cloud is faked. Behaviour that breaks lives in the repository.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489204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03504" y="489204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format · analyze (infos fatal) · test + coverage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2651760" y="5440680"/>
            <a:ext cx="13716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788920" y="489204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2843784" y="489204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firestore-rules: Node 22 + JDK 21 emulator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892040" y="5440680"/>
            <a:ext cx="13716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29200" y="489204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5084064" y="489204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build-android: APK + AAB (debug-signed in CI)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132320" y="5440680"/>
            <a:ext cx="13716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7269480" y="489204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7324344" y="489204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build-windows: Release build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9372600" y="5440680"/>
            <a:ext cx="137160" cy="0"/>
          </a:xfrm>
          <a:prstGeom prst="line">
            <a:avLst/>
          </a:prstGeom>
          <a:noFill/>
          <a:ln w="19050">
            <a:solidFill>
              <a:srgbClr val="5B616E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9509760" y="489204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9564624" y="4892040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deploy-web: GitHub Pages at /ATOMID/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findings the team should know on day one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86227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3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 opening balance is double counted (₹500 → ₹1,000). Reproduced.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sales exist in SaleService but checkout offers only Cash / UPI / Card.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invoice always prints “Payment Status: PAID”.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Backups omit the GST rate book.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 / D15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settings: scannerEnabled, showHsnSummary. ITC selector write-only.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“Upload everything” skips ledgers and rate book.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widget test fails alongside uncommitted bulk-generator edits.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risks: unencrypted store, whole-record last-write-wins, runtime font download for the UI font, no sales returns, no GSTR filing.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the system safely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1709928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synced field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03120"/>
            <a:ext cx="5157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New @HiveField number, regenerate adapters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Add to _encodeEntity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Decode in EntityCodec with a default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Extend sync, backup and fuzz tests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42239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82512" y="1709928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synced entity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82512" y="2103120"/>
            <a:ext cx="5093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box, then whitelist, topics, encode, timestamps, applyRemote, backup switches, codec, pullOrder.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13232" y="417880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rate change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4572000"/>
            <a:ext cx="3236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rate-book entry with an effective date. Old invoices keep their frozen rate.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40690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462272" y="417880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template or label size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462272" y="4572000"/>
            <a:ext cx="3236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format stored fields only. Profiles must satisfy the width and minimum-size rules.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46720" y="4069080"/>
            <a:ext cx="359359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7E9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11312" y="417880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rule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211312" y="4572000"/>
            <a:ext cx="3264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5B6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firestore.rules, extend rules.test.js, run npm run test:rules, then deploy.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Hand-over checklist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sections 7, 8, 10 and 12 first · run the test suite · fix D1 · decide on credit sales · wire auditDerivedState into the System tab.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Atomid — System Overview</dc:title>
  <dc:subject>PptxGenJS Presentation</dc:subject>
  <dc:creator>Engineering handover</dc:creator>
  <cp:lastModifiedBy>Engineering handover</cp:lastModifiedBy>
  <cp:revision>1</cp:revision>
  <dcterms:created xsi:type="dcterms:W3CDTF">2026-10-01T18:08:28Z</dcterms:created>
  <dcterms:modified xsi:type="dcterms:W3CDTF">2026-10-01T18:08:28Z</dcterms:modified>
</cp:coreProperties>
</file>